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73" r:id="rId5"/>
    <p:sldId id="270" r:id="rId6"/>
    <p:sldId id="272" r:id="rId7"/>
    <p:sldId id="271" r:id="rId8"/>
  </p:sldIdLst>
  <p:sldSz cx="121920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cholas Alvaro Coles" initials="NAC" lastIdx="1" clrIdx="0">
    <p:extLst>
      <p:ext uri="{19B8F6BF-5375-455C-9EA6-DF929625EA0E}">
        <p15:presenceInfo xmlns:p15="http://schemas.microsoft.com/office/powerpoint/2012/main" userId="Nicholas Alvaro Col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E0E0E0"/>
    <a:srgbClr val="CCCCCC"/>
    <a:srgbClr val="AF9AAF"/>
    <a:srgbClr val="D8BFD8"/>
    <a:srgbClr val="AEC6CF"/>
    <a:srgbClr val="A6C1A4"/>
    <a:srgbClr val="95AE94"/>
    <a:srgbClr val="D8F3D6"/>
    <a:srgbClr val="CFF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7EC13-136A-F741-AC33-7EC6348B0CF5}" v="10" dt="2025-04-19T00:04:12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 autoAdjust="0"/>
    <p:restoredTop sz="96197"/>
  </p:normalViewPr>
  <p:slideViewPr>
    <p:cSldViewPr snapToGrid="0">
      <p:cViewPr varScale="1">
        <p:scale>
          <a:sx n="68" d="100"/>
          <a:sy n="68" d="100"/>
        </p:scale>
        <p:origin x="307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es, Nicholas Alvaro" userId="9c6cf63b-0ba0-4a5c-98e3-859e83891efb" providerId="ADAL" clId="{11217EB9-6AAE-4688-9D01-92910A032817}"/>
    <pc:docChg chg="undo custSel addSld delSld modSld">
      <pc:chgData name="Coles, Nicholas Alvaro" userId="9c6cf63b-0ba0-4a5c-98e3-859e83891efb" providerId="ADAL" clId="{11217EB9-6AAE-4688-9D01-92910A032817}" dt="2020-05-03T02:55:48.217" v="7"/>
      <pc:docMkLst>
        <pc:docMk/>
      </pc:docMkLst>
      <pc:sldChg chg="addSp delSp add del mod">
        <pc:chgData name="Coles, Nicholas Alvaro" userId="9c6cf63b-0ba0-4a5c-98e3-859e83891efb" providerId="ADAL" clId="{11217EB9-6AAE-4688-9D01-92910A032817}" dt="2020-05-03T02:55:48.217" v="7"/>
        <pc:sldMkLst>
          <pc:docMk/>
          <pc:sldMk cId="4094178600" sldId="279"/>
        </pc:sldMkLst>
      </pc:sldChg>
    </pc:docChg>
  </pc:docChgLst>
  <pc:docChgLst>
    <pc:chgData name="Coles, Nicholas A." userId="61b9afe7-c068-4f05-8312-876ce7563e32" providerId="ADAL" clId="{D900B274-73A3-4349-AF80-4047FD9EC593}"/>
    <pc:docChg chg="undo custSel addSld modSld sldOrd modMainMaster">
      <pc:chgData name="Coles, Nicholas A." userId="61b9afe7-c068-4f05-8312-876ce7563e32" providerId="ADAL" clId="{D900B274-73A3-4349-AF80-4047FD9EC593}" dt="2024-08-30T13:24:38.354" v="659"/>
      <pc:docMkLst>
        <pc:docMk/>
      </pc:docMkLst>
      <pc:sldChg chg="addSp delSp modSp mod ord">
        <pc:chgData name="Coles, Nicholas A." userId="61b9afe7-c068-4f05-8312-876ce7563e32" providerId="ADAL" clId="{D900B274-73A3-4349-AF80-4047FD9EC593}" dt="2024-08-30T13:24:20.434" v="656" actId="20577"/>
        <pc:sldMkLst>
          <pc:docMk/>
          <pc:sldMk cId="4174994014" sldId="270"/>
        </pc:sldMkLst>
      </pc:sldChg>
      <pc:sldChg chg="modSp">
        <pc:chgData name="Coles, Nicholas A." userId="61b9afe7-c068-4f05-8312-876ce7563e32" providerId="ADAL" clId="{D900B274-73A3-4349-AF80-4047FD9EC593}" dt="2024-08-14T11:04:46.955" v="57"/>
        <pc:sldMkLst>
          <pc:docMk/>
          <pc:sldMk cId="1258583829" sldId="271"/>
        </pc:sldMkLst>
      </pc:sldChg>
      <pc:sldChg chg="modSp">
        <pc:chgData name="Coles, Nicholas A." userId="61b9afe7-c068-4f05-8312-876ce7563e32" providerId="ADAL" clId="{D900B274-73A3-4349-AF80-4047FD9EC593}" dt="2024-08-14T11:04:46.955" v="57"/>
        <pc:sldMkLst>
          <pc:docMk/>
          <pc:sldMk cId="1947439513" sldId="272"/>
        </pc:sldMkLst>
      </pc:sldChg>
      <pc:sldChg chg="addSp delSp modSp add mod">
        <pc:chgData name="Coles, Nicholas A." userId="61b9afe7-c068-4f05-8312-876ce7563e32" providerId="ADAL" clId="{D900B274-73A3-4349-AF80-4047FD9EC593}" dt="2024-08-30T13:24:38.354" v="659"/>
        <pc:sldMkLst>
          <pc:docMk/>
          <pc:sldMk cId="2997349682" sldId="273"/>
        </pc:sldMkLst>
      </pc:sldChg>
      <pc:sldMasterChg chg="modSp modSldLayout">
        <pc:chgData name="Coles, Nicholas A." userId="61b9afe7-c068-4f05-8312-876ce7563e32" providerId="ADAL" clId="{D900B274-73A3-4349-AF80-4047FD9EC593}" dt="2024-08-14T11:04:46.955" v="57"/>
        <pc:sldMasterMkLst>
          <pc:docMk/>
          <pc:sldMasterMk cId="1864814765" sldId="2147483648"/>
        </pc:sldMasterMkLst>
        <pc:sldLayoutChg chg="modSp">
          <pc:chgData name="Coles, Nicholas A." userId="61b9afe7-c068-4f05-8312-876ce7563e32" providerId="ADAL" clId="{D900B274-73A3-4349-AF80-4047FD9EC593}" dt="2024-08-14T11:04:46.955" v="57"/>
          <pc:sldLayoutMkLst>
            <pc:docMk/>
            <pc:sldMasterMk cId="1864814765" sldId="2147483648"/>
            <pc:sldLayoutMk cId="1684766426" sldId="2147483649"/>
          </pc:sldLayoutMkLst>
        </pc:sldLayoutChg>
        <pc:sldLayoutChg chg="modSp">
          <pc:chgData name="Coles, Nicholas A." userId="61b9afe7-c068-4f05-8312-876ce7563e32" providerId="ADAL" clId="{D900B274-73A3-4349-AF80-4047FD9EC593}" dt="2024-08-14T11:04:46.955" v="57"/>
          <pc:sldLayoutMkLst>
            <pc:docMk/>
            <pc:sldMasterMk cId="1864814765" sldId="2147483648"/>
            <pc:sldLayoutMk cId="2149542314" sldId="2147483651"/>
          </pc:sldLayoutMkLst>
        </pc:sldLayoutChg>
        <pc:sldLayoutChg chg="modSp">
          <pc:chgData name="Coles, Nicholas A." userId="61b9afe7-c068-4f05-8312-876ce7563e32" providerId="ADAL" clId="{D900B274-73A3-4349-AF80-4047FD9EC593}" dt="2024-08-14T11:04:46.955" v="57"/>
          <pc:sldLayoutMkLst>
            <pc:docMk/>
            <pc:sldMasterMk cId="1864814765" sldId="2147483648"/>
            <pc:sldLayoutMk cId="2304940417" sldId="2147483652"/>
          </pc:sldLayoutMkLst>
        </pc:sldLayoutChg>
        <pc:sldLayoutChg chg="modSp">
          <pc:chgData name="Coles, Nicholas A." userId="61b9afe7-c068-4f05-8312-876ce7563e32" providerId="ADAL" clId="{D900B274-73A3-4349-AF80-4047FD9EC593}" dt="2024-08-14T11:04:46.955" v="57"/>
          <pc:sldLayoutMkLst>
            <pc:docMk/>
            <pc:sldMasterMk cId="1864814765" sldId="2147483648"/>
            <pc:sldLayoutMk cId="372801570" sldId="2147483653"/>
          </pc:sldLayoutMkLst>
        </pc:sldLayoutChg>
        <pc:sldLayoutChg chg="modSp">
          <pc:chgData name="Coles, Nicholas A." userId="61b9afe7-c068-4f05-8312-876ce7563e32" providerId="ADAL" clId="{D900B274-73A3-4349-AF80-4047FD9EC593}" dt="2024-08-14T11:04:46.955" v="57"/>
          <pc:sldLayoutMkLst>
            <pc:docMk/>
            <pc:sldMasterMk cId="1864814765" sldId="2147483648"/>
            <pc:sldLayoutMk cId="567903362" sldId="2147483656"/>
          </pc:sldLayoutMkLst>
        </pc:sldLayoutChg>
        <pc:sldLayoutChg chg="modSp">
          <pc:chgData name="Coles, Nicholas A." userId="61b9afe7-c068-4f05-8312-876ce7563e32" providerId="ADAL" clId="{D900B274-73A3-4349-AF80-4047FD9EC593}" dt="2024-08-14T11:04:46.955" v="57"/>
          <pc:sldLayoutMkLst>
            <pc:docMk/>
            <pc:sldMasterMk cId="1864814765" sldId="2147483648"/>
            <pc:sldLayoutMk cId="1762233283" sldId="2147483657"/>
          </pc:sldLayoutMkLst>
        </pc:sldLayoutChg>
        <pc:sldLayoutChg chg="modSp">
          <pc:chgData name="Coles, Nicholas A." userId="61b9afe7-c068-4f05-8312-876ce7563e32" providerId="ADAL" clId="{D900B274-73A3-4349-AF80-4047FD9EC593}" dt="2024-08-14T11:04:46.955" v="57"/>
          <pc:sldLayoutMkLst>
            <pc:docMk/>
            <pc:sldMasterMk cId="1864814765" sldId="2147483648"/>
            <pc:sldLayoutMk cId="3477348308" sldId="2147483659"/>
          </pc:sldLayoutMkLst>
        </pc:sldLayoutChg>
      </pc:sldMasterChg>
    </pc:docChg>
  </pc:docChgLst>
  <pc:docChgLst>
    <pc:chgData name="Coles, Nicholas Alvar" userId="7c54596f-5e9f-41a8-ad53-346ce35b04c5" providerId="ADAL" clId="{77CE31CE-C94B-48C2-BF55-F12A2CC92B23}"/>
    <pc:docChg chg="modSld">
      <pc:chgData name="Coles, Nicholas Alvar" userId="7c54596f-5e9f-41a8-ad53-346ce35b04c5" providerId="ADAL" clId="{77CE31CE-C94B-48C2-BF55-F12A2CC92B23}" dt="2019-09-29T19:42:58.011" v="84" actId="1076"/>
      <pc:docMkLst>
        <pc:docMk/>
      </pc:docMkLst>
      <pc:sldChg chg="addSp modSp">
        <pc:chgData name="Coles, Nicholas Alvar" userId="7c54596f-5e9f-41a8-ad53-346ce35b04c5" providerId="ADAL" clId="{77CE31CE-C94B-48C2-BF55-F12A2CC92B23}" dt="2019-09-29T19:42:58.011" v="84" actId="1076"/>
        <pc:sldMkLst>
          <pc:docMk/>
          <pc:sldMk cId="4174994014" sldId="270"/>
        </pc:sldMkLst>
      </pc:sldChg>
    </pc:docChg>
  </pc:docChgLst>
  <pc:docChgLst>
    <pc:chgData name="Coles, Nicholas A." userId="61b9afe7-c068-4f05-8312-876ce7563e32" providerId="ADAL" clId="{ABA7EC13-136A-F741-AC33-7EC6348B0CF5}"/>
    <pc:docChg chg="undo redo custSel modSld">
      <pc:chgData name="Coles, Nicholas A." userId="61b9afe7-c068-4f05-8312-876ce7563e32" providerId="ADAL" clId="{ABA7EC13-136A-F741-AC33-7EC6348B0CF5}" dt="2025-04-19T00:04:17.777" v="223" actId="14100"/>
      <pc:docMkLst>
        <pc:docMk/>
      </pc:docMkLst>
      <pc:sldChg chg="modSp mod">
        <pc:chgData name="Coles, Nicholas A." userId="61b9afe7-c068-4f05-8312-876ce7563e32" providerId="ADAL" clId="{ABA7EC13-136A-F741-AC33-7EC6348B0CF5}" dt="2025-04-19T00:04:01.459" v="219" actId="313"/>
        <pc:sldMkLst>
          <pc:docMk/>
          <pc:sldMk cId="4174994014" sldId="270"/>
        </pc:sldMkLst>
        <pc:spChg chg="mod">
          <ac:chgData name="Coles, Nicholas A." userId="61b9afe7-c068-4f05-8312-876ce7563e32" providerId="ADAL" clId="{ABA7EC13-136A-F741-AC33-7EC6348B0CF5}" dt="2025-04-19T00:03:53.288" v="210" actId="207"/>
          <ac:spMkLst>
            <pc:docMk/>
            <pc:sldMk cId="4174994014" sldId="270"/>
            <ac:spMk id="11" creationId="{193EFB47-240B-41A1-85C1-C49FD2108637}"/>
          </ac:spMkLst>
        </pc:spChg>
        <pc:spChg chg="mod">
          <ac:chgData name="Coles, Nicholas A." userId="61b9afe7-c068-4f05-8312-876ce7563e32" providerId="ADAL" clId="{ABA7EC13-136A-F741-AC33-7EC6348B0CF5}" dt="2025-04-19T00:03:53.876" v="211" actId="207"/>
          <ac:spMkLst>
            <pc:docMk/>
            <pc:sldMk cId="4174994014" sldId="270"/>
            <ac:spMk id="23" creationId="{3F907E55-17A0-4386-8337-C3AD81C288D6}"/>
          </ac:spMkLst>
        </pc:spChg>
        <pc:spChg chg="mod">
          <ac:chgData name="Coles, Nicholas A." userId="61b9afe7-c068-4f05-8312-876ce7563e32" providerId="ADAL" clId="{ABA7EC13-136A-F741-AC33-7EC6348B0CF5}" dt="2025-04-19T00:03:53.876" v="211" actId="207"/>
          <ac:spMkLst>
            <pc:docMk/>
            <pc:sldMk cId="4174994014" sldId="270"/>
            <ac:spMk id="36" creationId="{71F37538-09C9-617D-B43B-9A8E45892D52}"/>
          </ac:spMkLst>
        </pc:spChg>
        <pc:spChg chg="mod">
          <ac:chgData name="Coles, Nicholas A." userId="61b9afe7-c068-4f05-8312-876ce7563e32" providerId="ADAL" clId="{ABA7EC13-136A-F741-AC33-7EC6348B0CF5}" dt="2025-04-19T00:03:52.968" v="209" actId="207"/>
          <ac:spMkLst>
            <pc:docMk/>
            <pc:sldMk cId="4174994014" sldId="270"/>
            <ac:spMk id="46" creationId="{3AE70194-2858-CD00-A8B2-94981652FE63}"/>
          </ac:spMkLst>
        </pc:spChg>
        <pc:spChg chg="mod">
          <ac:chgData name="Coles, Nicholas A." userId="61b9afe7-c068-4f05-8312-876ce7563e32" providerId="ADAL" clId="{ABA7EC13-136A-F741-AC33-7EC6348B0CF5}" dt="2025-04-19T00:03:51.613" v="205" actId="207"/>
          <ac:spMkLst>
            <pc:docMk/>
            <pc:sldMk cId="4174994014" sldId="270"/>
            <ac:spMk id="47" creationId="{E50A074C-A5EC-5DAA-22E4-F15CA83A672C}"/>
          </ac:spMkLst>
        </pc:spChg>
        <pc:spChg chg="mod">
          <ac:chgData name="Coles, Nicholas A." userId="61b9afe7-c068-4f05-8312-876ce7563e32" providerId="ADAL" clId="{ABA7EC13-136A-F741-AC33-7EC6348B0CF5}" dt="2025-04-19T00:03:51.810" v="206" actId="207"/>
          <ac:spMkLst>
            <pc:docMk/>
            <pc:sldMk cId="4174994014" sldId="270"/>
            <ac:spMk id="48" creationId="{81F8D07B-0628-BCC4-D094-A955E8E4E4CD}"/>
          </ac:spMkLst>
        </pc:spChg>
        <pc:spChg chg="mod">
          <ac:chgData name="Coles, Nicholas A." userId="61b9afe7-c068-4f05-8312-876ce7563e32" providerId="ADAL" clId="{ABA7EC13-136A-F741-AC33-7EC6348B0CF5}" dt="2025-04-19T00:04:01.459" v="219" actId="313"/>
          <ac:spMkLst>
            <pc:docMk/>
            <pc:sldMk cId="4174994014" sldId="270"/>
            <ac:spMk id="50" creationId="{5520109F-56AA-B93F-C385-35558A204ABC}"/>
          </ac:spMkLst>
        </pc:spChg>
        <pc:spChg chg="mod">
          <ac:chgData name="Coles, Nicholas A." userId="61b9afe7-c068-4f05-8312-876ce7563e32" providerId="ADAL" clId="{ABA7EC13-136A-F741-AC33-7EC6348B0CF5}" dt="2025-04-19T00:03:55.184" v="214" actId="207"/>
          <ac:spMkLst>
            <pc:docMk/>
            <pc:sldMk cId="4174994014" sldId="270"/>
            <ac:spMk id="51" creationId="{86F11456-54E5-56F1-E6CE-39CA0CCF6AFE}"/>
          </ac:spMkLst>
        </pc:spChg>
        <pc:spChg chg="mod">
          <ac:chgData name="Coles, Nicholas A." userId="61b9afe7-c068-4f05-8312-876ce7563e32" providerId="ADAL" clId="{ABA7EC13-136A-F741-AC33-7EC6348B0CF5}" dt="2025-04-19T00:03:52.283" v="207" actId="207"/>
          <ac:spMkLst>
            <pc:docMk/>
            <pc:sldMk cId="4174994014" sldId="270"/>
            <ac:spMk id="53" creationId="{0441EF0D-451C-F369-E1D4-D974B2DDBEBA}"/>
          </ac:spMkLst>
        </pc:spChg>
        <pc:spChg chg="mod">
          <ac:chgData name="Coles, Nicholas A." userId="61b9afe7-c068-4f05-8312-876ce7563e32" providerId="ADAL" clId="{ABA7EC13-136A-F741-AC33-7EC6348B0CF5}" dt="2025-04-19T00:03:51.451" v="204" actId="207"/>
          <ac:spMkLst>
            <pc:docMk/>
            <pc:sldMk cId="4174994014" sldId="270"/>
            <ac:spMk id="54" creationId="{14338560-102F-39F9-62A1-89C6B3C5E536}"/>
          </ac:spMkLst>
        </pc:spChg>
        <pc:spChg chg="mod">
          <ac:chgData name="Coles, Nicholas A." userId="61b9afe7-c068-4f05-8312-876ce7563e32" providerId="ADAL" clId="{ABA7EC13-136A-F741-AC33-7EC6348B0CF5}" dt="2025-04-19T00:03:52.631" v="208" actId="207"/>
          <ac:spMkLst>
            <pc:docMk/>
            <pc:sldMk cId="4174994014" sldId="270"/>
            <ac:spMk id="55" creationId="{0E9CB859-FE42-50AD-1BB7-8B428AD892F3}"/>
          </ac:spMkLst>
        </pc:spChg>
        <pc:spChg chg="mod">
          <ac:chgData name="Coles, Nicholas A." userId="61b9afe7-c068-4f05-8312-876ce7563e32" providerId="ADAL" clId="{ABA7EC13-136A-F741-AC33-7EC6348B0CF5}" dt="2025-04-19T00:03:54.716" v="213" actId="207"/>
          <ac:spMkLst>
            <pc:docMk/>
            <pc:sldMk cId="4174994014" sldId="270"/>
            <ac:spMk id="58" creationId="{6747F7F8-1675-5326-F7FA-F8BD620333DE}"/>
          </ac:spMkLst>
        </pc:spChg>
        <pc:spChg chg="mod">
          <ac:chgData name="Coles, Nicholas A." userId="61b9afe7-c068-4f05-8312-876ce7563e32" providerId="ADAL" clId="{ABA7EC13-136A-F741-AC33-7EC6348B0CF5}" dt="2025-04-19T00:03:50.522" v="200" actId="207"/>
          <ac:spMkLst>
            <pc:docMk/>
            <pc:sldMk cId="4174994014" sldId="270"/>
            <ac:spMk id="68" creationId="{32E8877F-E81B-0966-CE31-AB02D4EA2484}"/>
          </ac:spMkLst>
        </pc:spChg>
        <pc:spChg chg="mod">
          <ac:chgData name="Coles, Nicholas A." userId="61b9afe7-c068-4f05-8312-876ce7563e32" providerId="ADAL" clId="{ABA7EC13-136A-F741-AC33-7EC6348B0CF5}" dt="2025-04-19T00:03:51.257" v="203" actId="207"/>
          <ac:spMkLst>
            <pc:docMk/>
            <pc:sldMk cId="4174994014" sldId="270"/>
            <ac:spMk id="69" creationId="{D77A6706-BCFD-AC62-7CEE-26A06F9985C2}"/>
          </ac:spMkLst>
        </pc:spChg>
        <pc:spChg chg="mod">
          <ac:chgData name="Coles, Nicholas A." userId="61b9afe7-c068-4f05-8312-876ce7563e32" providerId="ADAL" clId="{ABA7EC13-136A-F741-AC33-7EC6348B0CF5}" dt="2025-04-19T00:03:50.820" v="201" actId="207"/>
          <ac:spMkLst>
            <pc:docMk/>
            <pc:sldMk cId="4174994014" sldId="270"/>
            <ac:spMk id="70" creationId="{092586E9-45EA-91DD-94E3-BF40523122AF}"/>
          </ac:spMkLst>
        </pc:spChg>
        <pc:spChg chg="mod">
          <ac:chgData name="Coles, Nicholas A." userId="61b9afe7-c068-4f05-8312-876ce7563e32" providerId="ADAL" clId="{ABA7EC13-136A-F741-AC33-7EC6348B0CF5}" dt="2025-04-19T00:03:51.080" v="202" actId="207"/>
          <ac:spMkLst>
            <pc:docMk/>
            <pc:sldMk cId="4174994014" sldId="270"/>
            <ac:spMk id="71" creationId="{91D3D65E-2270-0741-A9D5-465CB7DCD6DF}"/>
          </ac:spMkLst>
        </pc:spChg>
        <pc:spChg chg="mod">
          <ac:chgData name="Coles, Nicholas A." userId="61b9afe7-c068-4f05-8312-876ce7563e32" providerId="ADAL" clId="{ABA7EC13-136A-F741-AC33-7EC6348B0CF5}" dt="2025-04-19T00:03:58.526" v="217" actId="207"/>
          <ac:spMkLst>
            <pc:docMk/>
            <pc:sldMk cId="4174994014" sldId="270"/>
            <ac:spMk id="86" creationId="{08503775-4200-9D35-21A7-89CE988C6BE9}"/>
          </ac:spMkLst>
        </pc:spChg>
        <pc:spChg chg="mod">
          <ac:chgData name="Coles, Nicholas A." userId="61b9afe7-c068-4f05-8312-876ce7563e32" providerId="ADAL" clId="{ABA7EC13-136A-F741-AC33-7EC6348B0CF5}" dt="2025-04-19T00:03:57.419" v="215" actId="207"/>
          <ac:spMkLst>
            <pc:docMk/>
            <pc:sldMk cId="4174994014" sldId="270"/>
            <ac:spMk id="87" creationId="{9ACAFB7B-391A-0DD3-C1CA-D87F1082AC5B}"/>
          </ac:spMkLst>
        </pc:spChg>
        <pc:spChg chg="mod">
          <ac:chgData name="Coles, Nicholas A." userId="61b9afe7-c068-4f05-8312-876ce7563e32" providerId="ADAL" clId="{ABA7EC13-136A-F741-AC33-7EC6348B0CF5}" dt="2025-04-19T00:03:58.005" v="216" actId="207"/>
          <ac:spMkLst>
            <pc:docMk/>
            <pc:sldMk cId="4174994014" sldId="270"/>
            <ac:spMk id="89" creationId="{8C4DD6DF-C94F-32A6-7631-CEA33C1CB003}"/>
          </ac:spMkLst>
        </pc:spChg>
        <pc:spChg chg="mod">
          <ac:chgData name="Coles, Nicholas A." userId="61b9afe7-c068-4f05-8312-876ce7563e32" providerId="ADAL" clId="{ABA7EC13-136A-F741-AC33-7EC6348B0CF5}" dt="2025-04-19T00:02:41.206" v="186" actId="207"/>
          <ac:spMkLst>
            <pc:docMk/>
            <pc:sldMk cId="4174994014" sldId="270"/>
            <ac:spMk id="90" creationId="{0EE59091-92C7-14E3-EB84-A39F072C12CD}"/>
          </ac:spMkLst>
        </pc:spChg>
      </pc:sldChg>
      <pc:sldChg chg="modSp mod">
        <pc:chgData name="Coles, Nicholas A." userId="61b9afe7-c068-4f05-8312-876ce7563e32" providerId="ADAL" clId="{ABA7EC13-136A-F741-AC33-7EC6348B0CF5}" dt="2025-04-19T00:02:08.084" v="182" actId="207"/>
        <pc:sldMkLst>
          <pc:docMk/>
          <pc:sldMk cId="1258583829" sldId="271"/>
        </pc:sldMkLst>
        <pc:spChg chg="mod">
          <ac:chgData name="Coles, Nicholas A." userId="61b9afe7-c068-4f05-8312-876ce7563e32" providerId="ADAL" clId="{ABA7EC13-136A-F741-AC33-7EC6348B0CF5}" dt="2025-04-19T00:02:08.084" v="182" actId="207"/>
          <ac:spMkLst>
            <pc:docMk/>
            <pc:sldMk cId="1258583829" sldId="271"/>
            <ac:spMk id="15" creationId="{D290DDE4-1F68-4753-84F1-1323405B81A6}"/>
          </ac:spMkLst>
        </pc:spChg>
      </pc:sldChg>
      <pc:sldChg chg="addSp delSp modSp mod">
        <pc:chgData name="Coles, Nicholas A." userId="61b9afe7-c068-4f05-8312-876ce7563e32" providerId="ADAL" clId="{ABA7EC13-136A-F741-AC33-7EC6348B0CF5}" dt="2025-04-19T00:04:17.777" v="223" actId="14100"/>
        <pc:sldMkLst>
          <pc:docMk/>
          <pc:sldMk cId="2997349682" sldId="273"/>
        </pc:sldMkLst>
        <pc:picChg chg="add mod">
          <ac:chgData name="Coles, Nicholas A." userId="61b9afe7-c068-4f05-8312-876ce7563e32" providerId="ADAL" clId="{ABA7EC13-136A-F741-AC33-7EC6348B0CF5}" dt="2025-04-19T00:04:17.777" v="223" actId="14100"/>
          <ac:picMkLst>
            <pc:docMk/>
            <pc:sldMk cId="2997349682" sldId="273"/>
            <ac:picMk id="2" creationId="{5903FB7C-C7FD-A4AC-4C24-BED25AC37621}"/>
          </ac:picMkLst>
        </pc:picChg>
        <pc:picChg chg="add del mod">
          <ac:chgData name="Coles, Nicholas A." userId="61b9afe7-c068-4f05-8312-876ce7563e32" providerId="ADAL" clId="{ABA7EC13-136A-F741-AC33-7EC6348B0CF5}" dt="2025-04-19T00:04:07.963" v="220" actId="478"/>
          <ac:picMkLst>
            <pc:docMk/>
            <pc:sldMk cId="2997349682" sldId="273"/>
            <ac:picMk id="37" creationId="{D9DE5E73-F29A-1967-E6C2-5FF0BC78B837}"/>
          </ac:picMkLst>
        </pc:picChg>
      </pc:sldChg>
    </pc:docChg>
  </pc:docChgLst>
  <pc:docChgLst>
    <pc:chgData name="Coles, Nicholas Alvaro" userId="9c6cf63b-0ba0-4a5c-98e3-859e83891efb" providerId="ADAL" clId="{8010C313-9C1D-4FF4-882D-725A39675686}"/>
    <pc:docChg chg="undo custSel addSld modSld">
      <pc:chgData name="Coles, Nicholas Alvaro" userId="9c6cf63b-0ba0-4a5c-98e3-859e83891efb" providerId="ADAL" clId="{8010C313-9C1D-4FF4-882D-725A39675686}" dt="2021-02-05T14:56:43.968" v="193" actId="2890"/>
      <pc:docMkLst>
        <pc:docMk/>
      </pc:docMkLst>
      <pc:sldChg chg="modSp mod">
        <pc:chgData name="Coles, Nicholas Alvaro" userId="9c6cf63b-0ba0-4a5c-98e3-859e83891efb" providerId="ADAL" clId="{8010C313-9C1D-4FF4-882D-725A39675686}" dt="2021-02-05T14:56:32.542" v="192" actId="14100"/>
        <pc:sldMkLst>
          <pc:docMk/>
          <pc:sldMk cId="4174994014" sldId="270"/>
        </pc:sldMkLst>
      </pc:sldChg>
      <pc:sldChg chg="addSp delSp modSp mod">
        <pc:chgData name="Coles, Nicholas Alvaro" userId="9c6cf63b-0ba0-4a5c-98e3-859e83891efb" providerId="ADAL" clId="{8010C313-9C1D-4FF4-882D-725A39675686}" dt="2020-09-07T21:17:00.120" v="38" actId="207"/>
        <pc:sldMkLst>
          <pc:docMk/>
          <pc:sldMk cId="3330460207" sldId="272"/>
        </pc:sldMkLst>
      </pc:sldChg>
      <pc:sldChg chg="add">
        <pc:chgData name="Coles, Nicholas Alvaro" userId="9c6cf63b-0ba0-4a5c-98e3-859e83891efb" providerId="ADAL" clId="{8010C313-9C1D-4FF4-882D-725A39675686}" dt="2021-02-05T14:56:43.968" v="193" actId="2890"/>
        <pc:sldMkLst>
          <pc:docMk/>
          <pc:sldMk cId="617451774" sldId="279"/>
        </pc:sldMkLst>
      </pc:sldChg>
    </pc:docChg>
  </pc:docChgLst>
  <pc:docChgLst>
    <pc:chgData name="Coles, Nicholas Alvar" userId="7c54596f-5e9f-41a8-ad53-346ce35b04c5" providerId="ADAL" clId="{2A9562F8-6155-4474-B396-AACE34BC8B0C}"/>
    <pc:docChg chg="undo custSel addSld modSld">
      <pc:chgData name="Coles, Nicholas Alvar" userId="7c54596f-5e9f-41a8-ad53-346ce35b04c5" providerId="ADAL" clId="{2A9562F8-6155-4474-B396-AACE34BC8B0C}" dt="2019-10-15T18:53:50.115" v="39" actId="478"/>
      <pc:docMkLst>
        <pc:docMk/>
      </pc:docMkLst>
      <pc:sldChg chg="modSp">
        <pc:chgData name="Coles, Nicholas Alvar" userId="7c54596f-5e9f-41a8-ad53-346ce35b04c5" providerId="ADAL" clId="{2A9562F8-6155-4474-B396-AACE34BC8B0C}" dt="2019-10-15T18:53:38.032" v="20" actId="20577"/>
        <pc:sldMkLst>
          <pc:docMk/>
          <pc:sldMk cId="356556703" sldId="268"/>
        </pc:sldMkLst>
      </pc:sldChg>
      <pc:sldChg chg="delSp">
        <pc:chgData name="Coles, Nicholas Alvar" userId="7c54596f-5e9f-41a8-ad53-346ce35b04c5" providerId="ADAL" clId="{2A9562F8-6155-4474-B396-AACE34BC8B0C}" dt="2019-10-15T18:21:40.351" v="0" actId="478"/>
        <pc:sldMkLst>
          <pc:docMk/>
          <pc:sldMk cId="4174994014" sldId="270"/>
        </pc:sldMkLst>
      </pc:sldChg>
      <pc:sldChg chg="delSp modSp add">
        <pc:chgData name="Coles, Nicholas Alvar" userId="7c54596f-5e9f-41a8-ad53-346ce35b04c5" providerId="ADAL" clId="{2A9562F8-6155-4474-B396-AACE34BC8B0C}" dt="2019-10-15T18:53:50.115" v="39" actId="478"/>
        <pc:sldMkLst>
          <pc:docMk/>
          <pc:sldMk cId="3330460207" sldId="272"/>
        </pc:sldMkLst>
      </pc:sldChg>
    </pc:docChg>
  </pc:docChgLst>
  <pc:docChgLst>
    <pc:chgData name="Coles, Nicholas Alvar" userId="7c54596f-5e9f-41a8-ad53-346ce35b04c5" providerId="ADAL" clId="{0B450562-974F-42C5-BD38-26B2ED3E8A76}"/>
    <pc:docChg chg="undo custSel addSld delSld modSld sldOrd">
      <pc:chgData name="Coles, Nicholas Alvar" userId="7c54596f-5e9f-41a8-ad53-346ce35b04c5" providerId="ADAL" clId="{0B450562-974F-42C5-BD38-26B2ED3E8A76}" dt="2019-11-23T17:21:48.349" v="913" actId="208"/>
      <pc:docMkLst>
        <pc:docMk/>
      </pc:docMkLst>
      <pc:sldChg chg="delSp modSp add">
        <pc:chgData name="Coles, Nicholas Alvar" userId="7c54596f-5e9f-41a8-ad53-346ce35b04c5" providerId="ADAL" clId="{0B450562-974F-42C5-BD38-26B2ED3E8A76}" dt="2019-11-08T15:50:08.460" v="24" actId="478"/>
        <pc:sldMkLst>
          <pc:docMk/>
          <pc:sldMk cId="4247048097" sldId="273"/>
        </pc:sldMkLst>
      </pc:sldChg>
      <pc:sldChg chg="addSp delSp modSp add">
        <pc:chgData name="Coles, Nicholas Alvar" userId="7c54596f-5e9f-41a8-ad53-346ce35b04c5" providerId="ADAL" clId="{0B450562-974F-42C5-BD38-26B2ED3E8A76}" dt="2019-11-08T15:52:27.319" v="32" actId="207"/>
        <pc:sldMkLst>
          <pc:docMk/>
          <pc:sldMk cId="2394963582" sldId="274"/>
        </pc:sldMkLst>
      </pc:sldChg>
      <pc:sldChg chg="addSp delSp modSp add ord">
        <pc:chgData name="Coles, Nicholas Alvar" userId="7c54596f-5e9f-41a8-ad53-346ce35b04c5" providerId="ADAL" clId="{0B450562-974F-42C5-BD38-26B2ED3E8A76}" dt="2019-11-23T16:57:34.109" v="52" actId="478"/>
        <pc:sldMkLst>
          <pc:docMk/>
          <pc:sldMk cId="1222021767" sldId="275"/>
        </pc:sldMkLst>
      </pc:sldChg>
      <pc:sldChg chg="addSp delSp modSp add">
        <pc:chgData name="Coles, Nicholas Alvar" userId="7c54596f-5e9f-41a8-ad53-346ce35b04c5" providerId="ADAL" clId="{0B450562-974F-42C5-BD38-26B2ED3E8A76}" dt="2019-11-23T17:07:40.156" v="423" actId="1076"/>
        <pc:sldMkLst>
          <pc:docMk/>
          <pc:sldMk cId="2630005707" sldId="276"/>
        </pc:sldMkLst>
      </pc:sldChg>
      <pc:sldChg chg="addSp delSp modSp add">
        <pc:chgData name="Coles, Nicholas Alvar" userId="7c54596f-5e9f-41a8-ad53-346ce35b04c5" providerId="ADAL" clId="{0B450562-974F-42C5-BD38-26B2ED3E8A76}" dt="2019-11-23T16:59:05.660" v="84" actId="1076"/>
        <pc:sldMkLst>
          <pc:docMk/>
          <pc:sldMk cId="2557583166" sldId="277"/>
        </pc:sldMkLst>
      </pc:sldChg>
      <pc:sldChg chg="modSp add del">
        <pc:chgData name="Coles, Nicholas Alvar" userId="7c54596f-5e9f-41a8-ad53-346ce35b04c5" providerId="ADAL" clId="{0B450562-974F-42C5-BD38-26B2ED3E8A76}" dt="2019-11-23T17:04:08.569" v="376" actId="2696"/>
        <pc:sldMkLst>
          <pc:docMk/>
          <pc:sldMk cId="641768810" sldId="278"/>
        </pc:sldMkLst>
      </pc:sldChg>
      <pc:sldChg chg="addSp delSp modSp add">
        <pc:chgData name="Coles, Nicholas Alvar" userId="7c54596f-5e9f-41a8-ad53-346ce35b04c5" providerId="ADAL" clId="{0B450562-974F-42C5-BD38-26B2ED3E8A76}" dt="2019-11-23T17:21:48.349" v="913" actId="208"/>
        <pc:sldMkLst>
          <pc:docMk/>
          <pc:sldMk cId="4144477491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45429"/>
            <a:ext cx="10363200" cy="41385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243533"/>
            <a:ext cx="9144000" cy="286998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6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0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963549"/>
            <a:ext cx="10515600" cy="494474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955072"/>
            <a:ext cx="10515600" cy="260032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5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164417"/>
            <a:ext cx="51816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164417"/>
            <a:ext cx="51816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8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32886"/>
            <a:ext cx="10515600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14016"/>
            <a:ext cx="5157787" cy="142811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342130"/>
            <a:ext cx="5157787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14016"/>
            <a:ext cx="5183188" cy="142811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342130"/>
            <a:ext cx="5183188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7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7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2480"/>
            <a:ext cx="3932237" cy="27736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11539"/>
            <a:ext cx="6172200" cy="844761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6160"/>
            <a:ext cx="3932237" cy="66067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23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2480"/>
            <a:ext cx="3932237" cy="27736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11539"/>
            <a:ext cx="6172200" cy="844761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6160"/>
            <a:ext cx="3932237" cy="66067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3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4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32883"/>
            <a:ext cx="2628900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32883"/>
            <a:ext cx="7734300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4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32886"/>
            <a:ext cx="1051560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164417"/>
            <a:ext cx="1051560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017676"/>
            <a:ext cx="2743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63B57-1EC9-4A68-BDB1-CED6B09845B3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017676"/>
            <a:ext cx="41148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017676"/>
            <a:ext cx="2743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833DE-41D1-4F8D-A5BA-CFA9EB0D4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07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03FB7C-C7FD-A4AC-4C24-BED25AC37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3" y="1181100"/>
            <a:ext cx="11277401" cy="893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49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AE2011-47B2-E445-2901-6048E67275DA}"/>
              </a:ext>
            </a:extLst>
          </p:cNvPr>
          <p:cNvGrpSpPr/>
          <p:nvPr/>
        </p:nvGrpSpPr>
        <p:grpSpPr>
          <a:xfrm>
            <a:off x="1563879" y="-270657"/>
            <a:ext cx="9143811" cy="7518928"/>
            <a:chOff x="1293714" y="189041"/>
            <a:chExt cx="9143811" cy="7518928"/>
          </a:xfrm>
        </p:grpSpPr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9744A9D8-2D39-98C2-6195-7C46A34F5525}"/>
                </a:ext>
              </a:extLst>
            </p:cNvPr>
            <p:cNvSpPr/>
            <p:nvPr/>
          </p:nvSpPr>
          <p:spPr>
            <a:xfrm>
              <a:off x="1293714" y="700040"/>
              <a:ext cx="3200400" cy="3000256"/>
            </a:xfrm>
            <a:prstGeom prst="cube">
              <a:avLst>
                <a:gd name="adj" fmla="val 6061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F032F72-3D84-75C7-2669-D1D952A3FC97}"/>
                </a:ext>
              </a:extLst>
            </p:cNvPr>
            <p:cNvGrpSpPr/>
            <p:nvPr/>
          </p:nvGrpSpPr>
          <p:grpSpPr>
            <a:xfrm>
              <a:off x="1754476" y="700041"/>
              <a:ext cx="8683049" cy="6552433"/>
              <a:chOff x="1754475" y="152783"/>
              <a:chExt cx="8683049" cy="6552433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4F7060B9-EA06-3CFA-1A3F-3AF60DFEAD15}"/>
                  </a:ext>
                </a:extLst>
              </p:cNvPr>
              <p:cNvGrpSpPr/>
              <p:nvPr/>
            </p:nvGrpSpPr>
            <p:grpSpPr>
              <a:xfrm>
                <a:off x="1754475" y="152783"/>
                <a:ext cx="8683049" cy="6552433"/>
                <a:chOff x="1754475" y="152783"/>
                <a:chExt cx="8683049" cy="6552433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AE7E337-5E8B-AF30-6E0F-62E7764D5925}"/>
                    </a:ext>
                  </a:extLst>
                </p:cNvPr>
                <p:cNvGrpSpPr/>
                <p:nvPr/>
              </p:nvGrpSpPr>
              <p:grpSpPr>
                <a:xfrm>
                  <a:off x="1754475" y="152783"/>
                  <a:ext cx="8683049" cy="6552433"/>
                  <a:chOff x="1525278" y="-241916"/>
                  <a:chExt cx="8683049" cy="6552433"/>
                </a:xfrm>
              </p:grpSpPr>
              <p:sp>
                <p:nvSpPr>
                  <p:cNvPr id="58" name="Cube 57">
                    <a:extLst>
                      <a:ext uri="{FF2B5EF4-FFF2-40B4-BE49-F238E27FC236}">
                        <a16:creationId xmlns:a16="http://schemas.microsoft.com/office/drawing/2014/main" id="{6747F7F8-1675-5326-F7FA-F8BD620333DE}"/>
                      </a:ext>
                    </a:extLst>
                  </p:cNvPr>
                  <p:cNvSpPr/>
                  <p:nvPr/>
                </p:nvSpPr>
                <p:spPr>
                  <a:xfrm>
                    <a:off x="2436154" y="-241431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b="1" dirty="0">
                        <a:solidFill>
                          <a:schemeClr val="bg1"/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Emotion labor</a:t>
                    </a:r>
                  </a:p>
                  <a:p>
                    <a:pPr algn="ctr" fontAlgn="b"/>
                    <a:r>
                      <a:rPr lang="en-US" sz="1400" dirty="0">
                        <a:solidFill>
                          <a:schemeClr val="bg1"/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“We are interested in situations where workers are required to manage their emotional expressions…”</a:t>
                    </a:r>
                  </a:p>
                </p:txBody>
              </p:sp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D0DD4910-790D-E7C5-9BFE-7393BA54853F}"/>
                      </a:ext>
                    </a:extLst>
                  </p:cNvPr>
                  <p:cNvGrpSpPr/>
                  <p:nvPr/>
                </p:nvGrpSpPr>
                <p:grpSpPr>
                  <a:xfrm>
                    <a:off x="4718555" y="-241916"/>
                    <a:ext cx="5489772" cy="4578137"/>
                    <a:chOff x="10665333" y="664264"/>
                    <a:chExt cx="5489772" cy="4578137"/>
                  </a:xfrm>
                </p:grpSpPr>
                <p:sp>
                  <p:nvSpPr>
                    <p:cNvPr id="52" name="Cube 51">
                      <a:extLst>
                        <a:ext uri="{FF2B5EF4-FFF2-40B4-BE49-F238E27FC236}">
                          <a16:creationId xmlns:a16="http://schemas.microsoft.com/office/drawing/2014/main" id="{22F8689E-EA20-DC3F-2E54-48D1A4CEFD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65333" y="2499201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3" name="Cube 52">
                      <a:extLst>
                        <a:ext uri="{FF2B5EF4-FFF2-40B4-BE49-F238E27FC236}">
                          <a16:creationId xmlns:a16="http://schemas.microsoft.com/office/drawing/2014/main" id="{0441EF0D-451C-F369-E1D4-D974B2DDBE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54705" y="2499201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D8BFD8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4" name="Cube 53">
                      <a:extLst>
                        <a:ext uri="{FF2B5EF4-FFF2-40B4-BE49-F238E27FC236}">
                          <a16:creationId xmlns:a16="http://schemas.microsoft.com/office/drawing/2014/main" id="{14338560-102F-39F9-62A1-89C6B3C5E5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65333" y="664264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F8B195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5" name="Cube 54">
                      <a:extLst>
                        <a:ext uri="{FF2B5EF4-FFF2-40B4-BE49-F238E27FC236}">
                          <a16:creationId xmlns:a16="http://schemas.microsoft.com/office/drawing/2014/main" id="{0E9CB859-FE42-50AD-1BB7-8B428AD892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54705" y="664264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CFF0CC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Helvetica" pitchFamily="2" charset="0"/>
                      </a:endParaRPr>
                    </a:p>
                  </p:txBody>
                </p:sp>
              </p:grpSp>
              <p:sp>
                <p:nvSpPr>
                  <p:cNvPr id="50" name="Cube 49">
                    <a:extLst>
                      <a:ext uri="{FF2B5EF4-FFF2-40B4-BE49-F238E27FC236}">
                        <a16:creationId xmlns:a16="http://schemas.microsoft.com/office/drawing/2014/main" id="{5520109F-56AA-B93F-C385-35558A204ABC}"/>
                      </a:ext>
                    </a:extLst>
                  </p:cNvPr>
                  <p:cNvSpPr/>
                  <p:nvPr/>
                </p:nvSpPr>
                <p:spPr>
                  <a:xfrm>
                    <a:off x="1525278" y="2499773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multitasking</a:t>
                    </a:r>
                  </a:p>
                  <a:p>
                    <a:pPr algn="ctr" fontAlgn="b"/>
                    <a:r>
                      <a: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“…examining how &lt;b&gt;physical multi-tasking influences mathematical speed and accuracy”</a:t>
                    </a:r>
                  </a:p>
                </p:txBody>
              </p:sp>
              <p:sp>
                <p:nvSpPr>
                  <p:cNvPr id="51" name="Cube 50">
                    <a:extLst>
                      <a:ext uri="{FF2B5EF4-FFF2-40B4-BE49-F238E27FC236}">
                        <a16:creationId xmlns:a16="http://schemas.microsoft.com/office/drawing/2014/main" id="{86F11456-54E5-56F1-E6CE-39CA0CCF6AFE}"/>
                      </a:ext>
                    </a:extLst>
                  </p:cNvPr>
                  <p:cNvSpPr/>
                  <p:nvPr/>
                </p:nvSpPr>
                <p:spPr>
                  <a:xfrm>
                    <a:off x="1528161" y="664836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">
                      <a:lnSpc>
                        <a:spcPct val="150000"/>
                      </a:lnSpc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emotion labor</a:t>
                    </a:r>
                  </a:p>
                  <a:p>
                    <a:pPr algn="ctr" fontAlgn="b"/>
                    <a:r>
                      <a: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“…examining how managing emotional expressions in the context of work influences mathematical speed and accuracy”</a:t>
                    </a: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3F907E55-17A0-4386-8337-C3AD81C288D6}"/>
                      </a:ext>
                    </a:extLst>
                  </p:cNvPr>
                  <p:cNvSpPr/>
                  <p:nvPr/>
                </p:nvSpPr>
                <p:spPr>
                  <a:xfrm>
                    <a:off x="3806628" y="5242401"/>
                    <a:ext cx="2289372" cy="10681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ctr">
                      <a:lnSpc>
                        <a:spcPct val="150000"/>
                      </a:lnSpc>
                      <a:spcAft>
                        <a:spcPts val="600"/>
                      </a:spcAft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view positive photos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71F37538-09C9-617D-B43B-9A8E45892D52}"/>
                      </a:ext>
                    </a:extLst>
                  </p:cNvPr>
                  <p:cNvSpPr/>
                  <p:nvPr/>
                </p:nvSpPr>
                <p:spPr>
                  <a:xfrm>
                    <a:off x="6093117" y="5242401"/>
                    <a:ext cx="2289372" cy="1068116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ctr">
                      <a:lnSpc>
                        <a:spcPct val="150000"/>
                      </a:lnSpc>
                      <a:spcAft>
                        <a:spcPts val="600"/>
                      </a:spcAft>
                    </a:pPr>
                    <a:r>
                      <a:rPr lang="en-US" sz="160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rPr>
                      <a:t>view negative photos</a:t>
                    </a:r>
                    <a:endParaRPr 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933F1AD7-E2A4-CDD3-3B0E-3E757861DD49}"/>
                      </a:ext>
                    </a:extLst>
                  </p:cNvPr>
                  <p:cNvGrpSpPr/>
                  <p:nvPr/>
                </p:nvGrpSpPr>
                <p:grpSpPr>
                  <a:xfrm>
                    <a:off x="3806628" y="664836"/>
                    <a:ext cx="5489772" cy="4578137"/>
                    <a:chOff x="3806628" y="664836"/>
                    <a:chExt cx="5489772" cy="4578137"/>
                  </a:xfrm>
                </p:grpSpPr>
                <p:sp>
                  <p:nvSpPr>
                    <p:cNvPr id="11" name="Cube 10">
                      <a:extLst>
                        <a:ext uri="{FF2B5EF4-FFF2-40B4-BE49-F238E27FC236}">
                          <a16:creationId xmlns:a16="http://schemas.microsoft.com/office/drawing/2014/main" id="{193EFB47-240B-41A1-85C1-C49FD21086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6628" y="2499773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AEC6CF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negativity confounding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cue incongruity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contextual ambiguity</a:t>
                      </a:r>
                    </a:p>
                  </p:txBody>
                </p:sp>
                <p:sp>
                  <p:nvSpPr>
                    <p:cNvPr id="46" name="Cube 45">
                      <a:extLst>
                        <a:ext uri="{FF2B5EF4-FFF2-40B4-BE49-F238E27FC236}">
                          <a16:creationId xmlns:a16="http://schemas.microsoft.com/office/drawing/2014/main" id="{3AE70194-2858-CD00-A8B2-94981652FE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2499773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D8BFD8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negativity confounding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contextual ambiguity</a:t>
                      </a:r>
                    </a:p>
                  </p:txBody>
                </p:sp>
                <p:sp>
                  <p:nvSpPr>
                    <p:cNvPr id="47" name="Cube 46">
                      <a:extLst>
                        <a:ext uri="{FF2B5EF4-FFF2-40B4-BE49-F238E27FC236}">
                          <a16:creationId xmlns:a16="http://schemas.microsoft.com/office/drawing/2014/main" id="{E50A074C-A5EC-5DAA-22E4-F15CA83A67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6628" y="664836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F8B195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 negativity confounding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cue incongruity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8" name="Cube 47">
                      <a:extLst>
                        <a:ext uri="{FF2B5EF4-FFF2-40B4-BE49-F238E27FC236}">
                          <a16:creationId xmlns:a16="http://schemas.microsoft.com/office/drawing/2014/main" id="{81F8D07B-0628-BCC4-D094-A955E8E4E4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664836"/>
                      <a:ext cx="3200400" cy="2743200"/>
                    </a:xfrm>
                    <a:prstGeom prst="cube">
                      <a:avLst>
                        <a:gd name="adj" fmla="val 33227"/>
                      </a:avLst>
                    </a:prstGeom>
                    <a:solidFill>
                      <a:srgbClr val="CFF0CC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Helvetica" pitchFamily="2" charset="0"/>
                        </a:rPr>
                        <a:t>negativity confounding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  <a:p>
                      <a:pPr algn="ctr"/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Helvetica" pitchFamily="2" charset="0"/>
                      </a:endParaRPr>
                    </a:p>
                  </p:txBody>
                </p:sp>
              </p:grpSp>
            </p:grp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86163C12-4F58-B7DE-CDB0-10A30DE5F3A2}"/>
                    </a:ext>
                  </a:extLst>
                </p:cNvPr>
                <p:cNvSpPr/>
                <p:nvPr/>
              </p:nvSpPr>
              <p:spPr>
                <a:xfrm>
                  <a:off x="2413132" y="1231995"/>
                  <a:ext cx="1696717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u="sng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rPr>
                    <a:t>pose happy expression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3104046A-F800-A37D-8926-741F3F1FAE37}"/>
                    </a:ext>
                  </a:extLst>
                </p:cNvPr>
                <p:cNvSpPr/>
                <p:nvPr/>
              </p:nvSpPr>
              <p:spPr>
                <a:xfrm>
                  <a:off x="3360042" y="268603"/>
                  <a:ext cx="1696717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u="sng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Helvetica" pitchFamily="2" charset="0"/>
                      <a:cs typeface="Arial" panose="020B0604020202020204" pitchFamily="34" charset="0"/>
                    </a:rPr>
                    <a:t>express naturally</a:t>
                  </a:r>
                </a:p>
              </p:txBody>
            </p:sp>
          </p:grpSp>
          <p:sp>
            <p:nvSpPr>
              <p:cNvPr id="68" name="Data 67">
                <a:extLst>
                  <a:ext uri="{FF2B5EF4-FFF2-40B4-BE49-F238E27FC236}">
                    <a16:creationId xmlns:a16="http://schemas.microsoft.com/office/drawing/2014/main" id="{32E8877F-E81B-0966-CE31-AB02D4EA2484}"/>
                  </a:ext>
                </a:extLst>
              </p:cNvPr>
              <p:cNvSpPr/>
              <p:nvPr/>
            </p:nvSpPr>
            <p:spPr>
              <a:xfrm>
                <a:off x="4794172" y="853861"/>
                <a:ext cx="1878036" cy="368084"/>
              </a:xfrm>
              <a:prstGeom prst="flowChartInputOutput">
                <a:avLst/>
              </a:prstGeom>
              <a:solidFill>
                <a:srgbClr val="F9C0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69" name="Data 68">
                <a:extLst>
                  <a:ext uri="{FF2B5EF4-FFF2-40B4-BE49-F238E27FC236}">
                    <a16:creationId xmlns:a16="http://schemas.microsoft.com/office/drawing/2014/main" id="{D77A6706-BCFD-AC62-7CEE-26A06F9985C2}"/>
                  </a:ext>
                </a:extLst>
              </p:cNvPr>
              <p:cNvSpPr/>
              <p:nvPr/>
            </p:nvSpPr>
            <p:spPr>
              <a:xfrm>
                <a:off x="5640198" y="772415"/>
                <a:ext cx="1878036" cy="368084"/>
              </a:xfrm>
              <a:prstGeom prst="flowChartInputOutput">
                <a:avLst/>
              </a:prstGeom>
              <a:solidFill>
                <a:srgbClr val="F9C0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0" name="Data 69">
                <a:extLst>
                  <a:ext uri="{FF2B5EF4-FFF2-40B4-BE49-F238E27FC236}">
                    <a16:creationId xmlns:a16="http://schemas.microsoft.com/office/drawing/2014/main" id="{092586E9-45EA-91DD-94E3-BF40523122AF}"/>
                  </a:ext>
                </a:extLst>
              </p:cNvPr>
              <p:cNvSpPr/>
              <p:nvPr/>
            </p:nvSpPr>
            <p:spPr>
              <a:xfrm>
                <a:off x="7086579" y="853378"/>
                <a:ext cx="1878036" cy="368084"/>
              </a:xfrm>
              <a:prstGeom prst="flowChartInputOutput">
                <a:avLst/>
              </a:prstGeom>
              <a:solidFill>
                <a:srgbClr val="D8F3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1" name="Data 70">
                <a:extLst>
                  <a:ext uri="{FF2B5EF4-FFF2-40B4-BE49-F238E27FC236}">
                    <a16:creationId xmlns:a16="http://schemas.microsoft.com/office/drawing/2014/main" id="{91D3D65E-2270-0741-A9D5-465CB7DCD6DF}"/>
                  </a:ext>
                </a:extLst>
              </p:cNvPr>
              <p:cNvSpPr/>
              <p:nvPr/>
            </p:nvSpPr>
            <p:spPr>
              <a:xfrm>
                <a:off x="7932605" y="765795"/>
                <a:ext cx="1878036" cy="368084"/>
              </a:xfrm>
              <a:prstGeom prst="flowChartInputOutput">
                <a:avLst/>
              </a:prstGeom>
              <a:solidFill>
                <a:srgbClr val="D8F3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49A52A3D-7451-4247-1676-6FA982FF8E05}"/>
                  </a:ext>
                </a:extLst>
              </p:cNvPr>
              <p:cNvSpPr/>
              <p:nvPr/>
            </p:nvSpPr>
            <p:spPr>
              <a:xfrm>
                <a:off x="9507900" y="1092586"/>
                <a:ext cx="45719" cy="1769695"/>
              </a:xfrm>
              <a:prstGeom prst="rect">
                <a:avLst/>
              </a:prstGeom>
              <a:solidFill>
                <a:srgbClr val="A6C1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C1AEFBF-808E-41FC-C12E-B8D0AC7E28DC}"/>
                </a:ext>
              </a:extLst>
            </p:cNvPr>
            <p:cNvSpPr/>
            <p:nvPr/>
          </p:nvSpPr>
          <p:spPr>
            <a:xfrm>
              <a:off x="9507901" y="3465145"/>
              <a:ext cx="45719" cy="1769695"/>
            </a:xfrm>
            <a:prstGeom prst="rect">
              <a:avLst/>
            </a:prstGeom>
            <a:solidFill>
              <a:srgbClr val="AF9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C142E83-426E-C82A-2C38-9AB65A3E6CEA}"/>
                </a:ext>
              </a:extLst>
            </p:cNvPr>
            <p:cNvCxnSpPr>
              <a:cxnSpLocks/>
            </p:cNvCxnSpPr>
            <p:nvPr/>
          </p:nvCxnSpPr>
          <p:spPr>
            <a:xfrm>
              <a:off x="9520126" y="1598363"/>
              <a:ext cx="0" cy="367203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8503775-4200-9D35-21A7-89CE988C6BE9}"/>
                </a:ext>
              </a:extLst>
            </p:cNvPr>
            <p:cNvSpPr/>
            <p:nvPr/>
          </p:nvSpPr>
          <p:spPr>
            <a:xfrm>
              <a:off x="4035825" y="7262632"/>
              <a:ext cx="4575861" cy="44533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Helvetica" pitchFamily="2" charset="0"/>
                  <a:cs typeface="Arial" panose="020B0604020202020204" pitchFamily="34" charset="0"/>
                </a:rPr>
                <a:t>emotional context (between)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ACAFB7B-391A-0DD3-C1CA-D87F1082AC5B}"/>
                </a:ext>
              </a:extLst>
            </p:cNvPr>
            <p:cNvSpPr/>
            <p:nvPr/>
          </p:nvSpPr>
          <p:spPr>
            <a:xfrm rot="16200000">
              <a:off x="-309786" y="4128120"/>
              <a:ext cx="3667141" cy="44533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Helvetica" pitchFamily="2" charset="0"/>
                </a:rPr>
                <a:t>cover story (between)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C4DD6DF-C94F-32A6-7631-CEA33C1CB003}"/>
                </a:ext>
              </a:extLst>
            </p:cNvPr>
            <p:cNvSpPr/>
            <p:nvPr/>
          </p:nvSpPr>
          <p:spPr>
            <a:xfrm rot="18884822">
              <a:off x="1080038" y="1409123"/>
              <a:ext cx="277871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face movement (within)</a:t>
              </a:r>
            </a:p>
          </p:txBody>
        </p:sp>
        <p:sp>
          <p:nvSpPr>
            <p:cNvPr id="90" name="Data 89">
              <a:extLst>
                <a:ext uri="{FF2B5EF4-FFF2-40B4-BE49-F238E27FC236}">
                  <a16:creationId xmlns:a16="http://schemas.microsoft.com/office/drawing/2014/main" id="{0EE59091-92C7-14E3-EB84-A39F072C12CD}"/>
                </a:ext>
              </a:extLst>
            </p:cNvPr>
            <p:cNvSpPr/>
            <p:nvPr/>
          </p:nvSpPr>
          <p:spPr>
            <a:xfrm>
              <a:off x="2474580" y="1336802"/>
              <a:ext cx="2743912" cy="471037"/>
            </a:xfrm>
            <a:prstGeom prst="flowChartInputOutpu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0B8EE52-69C1-33D6-144A-7AD485D952DA}"/>
                </a:ext>
              </a:extLst>
            </p:cNvPr>
            <p:cNvCxnSpPr>
              <a:cxnSpLocks/>
            </p:cNvCxnSpPr>
            <p:nvPr/>
          </p:nvCxnSpPr>
          <p:spPr>
            <a:xfrm>
              <a:off x="2647654" y="1608261"/>
              <a:ext cx="686024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E683F-8AE2-66EA-14E3-1218378C9CA1}"/>
              </a:ext>
            </a:extLst>
          </p:cNvPr>
          <p:cNvGrpSpPr/>
          <p:nvPr/>
        </p:nvGrpSpPr>
        <p:grpSpPr>
          <a:xfrm>
            <a:off x="1563879" y="8192640"/>
            <a:ext cx="9151366" cy="1600200"/>
            <a:chOff x="1563879" y="8192640"/>
            <a:chExt cx="9151366" cy="1600200"/>
          </a:xfrm>
          <a:solidFill>
            <a:schemeClr val="bg1">
              <a:lumMod val="95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2E5ACAF-EACC-6393-382B-23333F5ACDE7}"/>
                </a:ext>
              </a:extLst>
            </p:cNvPr>
            <p:cNvSpPr/>
            <p:nvPr/>
          </p:nvSpPr>
          <p:spPr>
            <a:xfrm>
              <a:off x="1563879" y="8192640"/>
              <a:ext cx="1600200" cy="1600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cover story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37C9DA-7944-B756-3347-1F3827140A9C}"/>
                </a:ext>
              </a:extLst>
            </p:cNvPr>
            <p:cNvSpPr/>
            <p:nvPr/>
          </p:nvSpPr>
          <p:spPr>
            <a:xfrm>
              <a:off x="3532581" y="8192640"/>
              <a:ext cx="1600200" cy="1600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face movement instructions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1CF244-EE9F-BB54-518C-C4F4E5FE9ABC}"/>
                </a:ext>
              </a:extLst>
            </p:cNvPr>
            <p:cNvSpPr/>
            <p:nvPr/>
          </p:nvSpPr>
          <p:spPr>
            <a:xfrm>
              <a:off x="5501283" y="8192640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feedback </a:t>
              </a:r>
            </a:p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(x 3)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3B193F8-0ED9-A27D-0AC1-25F3CED51C6C}"/>
                </a:ext>
              </a:extLst>
            </p:cNvPr>
            <p:cNvSpPr/>
            <p:nvPr/>
          </p:nvSpPr>
          <p:spPr>
            <a:xfrm>
              <a:off x="7469985" y="8192640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filler math problem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3DEE37-997D-662F-6979-69AB3475789E}"/>
                </a:ext>
              </a:extLst>
            </p:cNvPr>
            <p:cNvSpPr/>
            <p:nvPr/>
          </p:nvSpPr>
          <p:spPr>
            <a:xfrm>
              <a:off x="9438685" y="8192640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emotion report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2EE0B5-0D2D-6788-0097-670CF057B81A}"/>
              </a:ext>
            </a:extLst>
          </p:cNvPr>
          <p:cNvGrpSpPr/>
          <p:nvPr/>
        </p:nvGrpSpPr>
        <p:grpSpPr>
          <a:xfrm>
            <a:off x="3532581" y="10309584"/>
            <a:ext cx="7182664" cy="1454727"/>
            <a:chOff x="3532581" y="10309584"/>
            <a:chExt cx="7182664" cy="1454727"/>
          </a:xfrm>
          <a:solidFill>
            <a:schemeClr val="bg1">
              <a:lumMod val="95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0D955E-9900-1225-D4A7-D26C4497B4C1}"/>
                </a:ext>
              </a:extLst>
            </p:cNvPr>
            <p:cNvSpPr/>
            <p:nvPr/>
          </p:nvSpPr>
          <p:spPr>
            <a:xfrm>
              <a:off x="9438685" y="10309584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satisfaction with life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C74CD5-EE3F-E8DA-FF56-68F3E2FF5EAD}"/>
                </a:ext>
              </a:extLst>
            </p:cNvPr>
            <p:cNvSpPr/>
            <p:nvPr/>
          </p:nvSpPr>
          <p:spPr>
            <a:xfrm>
              <a:off x="7469983" y="10309584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burnout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35974F-39EE-E134-FBAA-5CCE35484967}"/>
                </a:ext>
              </a:extLst>
            </p:cNvPr>
            <p:cNvSpPr/>
            <p:nvPr/>
          </p:nvSpPr>
          <p:spPr>
            <a:xfrm>
              <a:off x="5501282" y="10309584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written response to customers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DA91A2-38C6-4247-0ADD-7986EC2E7331}"/>
                </a:ext>
              </a:extLst>
            </p:cNvPr>
            <p:cNvSpPr/>
            <p:nvPr/>
          </p:nvSpPr>
          <p:spPr>
            <a:xfrm>
              <a:off x="3532581" y="10309584"/>
              <a:ext cx="1276560" cy="145472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filler math problems</a:t>
              </a:r>
            </a:p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(x 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499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EF032F72-3D84-75C7-2669-D1D952A3FC97}"/>
              </a:ext>
            </a:extLst>
          </p:cNvPr>
          <p:cNvGrpSpPr/>
          <p:nvPr/>
        </p:nvGrpSpPr>
        <p:grpSpPr>
          <a:xfrm>
            <a:off x="1754476" y="2667384"/>
            <a:ext cx="8683049" cy="6552433"/>
            <a:chOff x="1754475" y="152783"/>
            <a:chExt cx="8683049" cy="6552433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F7060B9-EA06-3CFA-1A3F-3AF60DFEAD15}"/>
                </a:ext>
              </a:extLst>
            </p:cNvPr>
            <p:cNvGrpSpPr/>
            <p:nvPr/>
          </p:nvGrpSpPr>
          <p:grpSpPr>
            <a:xfrm>
              <a:off x="1754475" y="152783"/>
              <a:ext cx="8683049" cy="6552433"/>
              <a:chOff x="1754475" y="152783"/>
              <a:chExt cx="8683049" cy="6552433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AE7E337-5E8B-AF30-6E0F-62E7764D5925}"/>
                  </a:ext>
                </a:extLst>
              </p:cNvPr>
              <p:cNvGrpSpPr/>
              <p:nvPr/>
            </p:nvGrpSpPr>
            <p:grpSpPr>
              <a:xfrm>
                <a:off x="1754475" y="152783"/>
                <a:ext cx="8683049" cy="6552433"/>
                <a:chOff x="1525278" y="-241916"/>
                <a:chExt cx="8683049" cy="6552433"/>
              </a:xfrm>
            </p:grpSpPr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47F7F8-1675-5326-F7FA-F8BD620333DE}"/>
                    </a:ext>
                  </a:extLst>
                </p:cNvPr>
                <p:cNvSpPr/>
                <p:nvPr/>
              </p:nvSpPr>
              <p:spPr>
                <a:xfrm>
                  <a:off x="2436154" y="-241431"/>
                  <a:ext cx="3200400" cy="2743200"/>
                </a:xfrm>
                <a:prstGeom prst="cube">
                  <a:avLst>
                    <a:gd name="adj" fmla="val 33227"/>
                  </a:avLst>
                </a:prstGeom>
                <a:solidFill>
                  <a:srgbClr val="05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">
                    <a:lnSpc>
                      <a:spcPct val="150000"/>
                    </a:lnSpc>
                  </a:pPr>
                  <a:r>
                    <a:rPr 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Emotion labor</a:t>
                  </a:r>
                </a:p>
                <a:p>
                  <a:pPr algn="ctr" fontAlgn="b"/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“We are interested in situations where workers are required to manage their emotional expressions…”</a:t>
                  </a: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0DD4910-790D-E7C5-9BFE-7393BA54853F}"/>
                    </a:ext>
                  </a:extLst>
                </p:cNvPr>
                <p:cNvGrpSpPr/>
                <p:nvPr/>
              </p:nvGrpSpPr>
              <p:grpSpPr>
                <a:xfrm>
                  <a:off x="4718555" y="-241916"/>
                  <a:ext cx="5489772" cy="4578137"/>
                  <a:chOff x="10665333" y="664264"/>
                  <a:chExt cx="5489772" cy="4578137"/>
                </a:xfrm>
              </p:grpSpPr>
              <p:sp>
                <p:nvSpPr>
                  <p:cNvPr id="52" name="Cube 51">
                    <a:extLst>
                      <a:ext uri="{FF2B5EF4-FFF2-40B4-BE49-F238E27FC236}">
                        <a16:creationId xmlns:a16="http://schemas.microsoft.com/office/drawing/2014/main" id="{22F8689E-EA20-DC3F-2E54-48D1A4CEFDD1}"/>
                      </a:ext>
                    </a:extLst>
                  </p:cNvPr>
                  <p:cNvSpPr/>
                  <p:nvPr/>
                </p:nvSpPr>
                <p:spPr>
                  <a:xfrm>
                    <a:off x="10665333" y="2499201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53" name="Cube 52">
                    <a:extLst>
                      <a:ext uri="{FF2B5EF4-FFF2-40B4-BE49-F238E27FC236}">
                        <a16:creationId xmlns:a16="http://schemas.microsoft.com/office/drawing/2014/main" id="{0441EF0D-451C-F369-E1D4-D974B2DDBEBA}"/>
                      </a:ext>
                    </a:extLst>
                  </p:cNvPr>
                  <p:cNvSpPr/>
                  <p:nvPr/>
                </p:nvSpPr>
                <p:spPr>
                  <a:xfrm>
                    <a:off x="12954705" y="2499201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54" name="Cube 53">
                    <a:extLst>
                      <a:ext uri="{FF2B5EF4-FFF2-40B4-BE49-F238E27FC236}">
                        <a16:creationId xmlns:a16="http://schemas.microsoft.com/office/drawing/2014/main" id="{14338560-102F-39F9-62A1-89C6B3C5E536}"/>
                      </a:ext>
                    </a:extLst>
                  </p:cNvPr>
                  <p:cNvSpPr/>
                  <p:nvPr/>
                </p:nvSpPr>
                <p:spPr>
                  <a:xfrm>
                    <a:off x="10665333" y="664264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55" name="Cube 54">
                    <a:extLst>
                      <a:ext uri="{FF2B5EF4-FFF2-40B4-BE49-F238E27FC236}">
                        <a16:creationId xmlns:a16="http://schemas.microsoft.com/office/drawing/2014/main" id="{0E9CB859-FE42-50AD-1BB7-8B428AD892F3}"/>
                      </a:ext>
                    </a:extLst>
                  </p:cNvPr>
                  <p:cNvSpPr/>
                  <p:nvPr/>
                </p:nvSpPr>
                <p:spPr>
                  <a:xfrm>
                    <a:off x="12954705" y="664264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5520109F-56AA-B93F-C385-35558A204ABC}"/>
                    </a:ext>
                  </a:extLst>
                </p:cNvPr>
                <p:cNvSpPr/>
                <p:nvPr/>
              </p:nvSpPr>
              <p:spPr>
                <a:xfrm>
                  <a:off x="1525278" y="2499773"/>
                  <a:ext cx="3200400" cy="2743200"/>
                </a:xfrm>
                <a:prstGeom prst="cube">
                  <a:avLst>
                    <a:gd name="adj" fmla="val 33227"/>
                  </a:avLst>
                </a:prstGeom>
                <a:solidFill>
                  <a:srgbClr val="05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">
                    <a:lnSpc>
                      <a:spcPct val="150000"/>
                    </a:lnSpc>
                  </a:pPr>
                  <a:r>
                    <a:rPr 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Multitasking</a:t>
                  </a:r>
                </a:p>
                <a:p>
                  <a:pPr algn="ctr" fontAlgn="b"/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"We are interested in situations where workers are required to physically multi-task…"</a:t>
                  </a:r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86F11456-54E5-56F1-E6CE-39CA0CCF6AFE}"/>
                    </a:ext>
                  </a:extLst>
                </p:cNvPr>
                <p:cNvSpPr/>
                <p:nvPr/>
              </p:nvSpPr>
              <p:spPr>
                <a:xfrm>
                  <a:off x="1528161" y="664836"/>
                  <a:ext cx="3200400" cy="2743200"/>
                </a:xfrm>
                <a:prstGeom prst="cube">
                  <a:avLst>
                    <a:gd name="adj" fmla="val 33227"/>
                  </a:avLst>
                </a:prstGeom>
                <a:solidFill>
                  <a:srgbClr val="05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">
                    <a:lnSpc>
                      <a:spcPct val="150000"/>
                    </a:lnSpc>
                  </a:pPr>
                  <a:r>
                    <a:rPr 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Emotion labor</a:t>
                  </a:r>
                </a:p>
                <a:p>
                  <a:pPr algn="ctr" fontAlgn="b"/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“We are interested in situations where workers are required to manage their emotional expressions…”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F907E55-17A0-4386-8337-C3AD81C288D6}"/>
                    </a:ext>
                  </a:extLst>
                </p:cNvPr>
                <p:cNvSpPr/>
                <p:nvPr/>
              </p:nvSpPr>
              <p:spPr>
                <a:xfrm>
                  <a:off x="3806628" y="5242401"/>
                  <a:ext cx="2289372" cy="1068116"/>
                </a:xfrm>
                <a:prstGeom prst="rect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 fontAlgn="ctr">
                    <a:lnSpc>
                      <a:spcPct val="150000"/>
                    </a:lnSpc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Positive</a:t>
                  </a:r>
                </a:p>
                <a:p>
                  <a:pPr algn="ctr" fontAlgn="ctr">
                    <a:spcAft>
                      <a:spcPts val="600"/>
                    </a:spcAft>
                  </a:pPr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“Prolific participants are extremely hard workers…”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71F37538-09C9-617D-B43B-9A8E45892D52}"/>
                    </a:ext>
                  </a:extLst>
                </p:cNvPr>
                <p:cNvSpPr/>
                <p:nvPr/>
              </p:nvSpPr>
              <p:spPr>
                <a:xfrm>
                  <a:off x="6093117" y="5242401"/>
                  <a:ext cx="2289372" cy="1068116"/>
                </a:xfrm>
                <a:prstGeom prst="rect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 fontAlgn="ctr">
                    <a:lnSpc>
                      <a:spcPct val="150000"/>
                    </a:lnSpc>
                    <a:spcAft>
                      <a:spcPts val="600"/>
                    </a:spcAft>
                  </a:pPr>
                  <a:r>
                    <a:rPr 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Negative</a:t>
                  </a:r>
                </a:p>
                <a:p>
                  <a:pPr algn="ctr" fontAlgn="ctr">
                    <a:spcAft>
                      <a:spcPts val="600"/>
                    </a:spcAft>
                  </a:pPr>
                  <a:r>
                    <a:rPr lang="en-US" sz="1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“Prolific participants are extremely lazy workers…”</a:t>
                  </a:r>
                </a:p>
              </p:txBody>
            </p: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933F1AD7-E2A4-CDD3-3B0E-3E757861DD49}"/>
                    </a:ext>
                  </a:extLst>
                </p:cNvPr>
                <p:cNvGrpSpPr/>
                <p:nvPr/>
              </p:nvGrpSpPr>
              <p:grpSpPr>
                <a:xfrm>
                  <a:off x="3806628" y="664836"/>
                  <a:ext cx="5489772" cy="4578137"/>
                  <a:chOff x="3806628" y="664836"/>
                  <a:chExt cx="5489772" cy="4578137"/>
                </a:xfrm>
              </p:grpSpPr>
              <p:sp>
                <p:nvSpPr>
                  <p:cNvPr id="11" name="Cube 10">
                    <a:extLst>
                      <a:ext uri="{FF2B5EF4-FFF2-40B4-BE49-F238E27FC236}">
                        <a16:creationId xmlns:a16="http://schemas.microsoft.com/office/drawing/2014/main" id="{193EFB47-240B-41A1-85C1-C49FD2108637}"/>
                      </a:ext>
                    </a:extLst>
                  </p:cNvPr>
                  <p:cNvSpPr/>
                  <p:nvPr/>
                </p:nvSpPr>
                <p:spPr>
                  <a:xfrm>
                    <a:off x="3806628" y="2499773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46" name="Cube 45">
                    <a:extLst>
                      <a:ext uri="{FF2B5EF4-FFF2-40B4-BE49-F238E27FC236}">
                        <a16:creationId xmlns:a16="http://schemas.microsoft.com/office/drawing/2014/main" id="{3AE70194-2858-CD00-A8B2-94981652FE63}"/>
                      </a:ext>
                    </a:extLst>
                  </p:cNvPr>
                  <p:cNvSpPr/>
                  <p:nvPr/>
                </p:nvSpPr>
                <p:spPr>
                  <a:xfrm>
                    <a:off x="6096000" y="2499773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47" name="Cube 46">
                    <a:extLst>
                      <a:ext uri="{FF2B5EF4-FFF2-40B4-BE49-F238E27FC236}">
                        <a16:creationId xmlns:a16="http://schemas.microsoft.com/office/drawing/2014/main" id="{E50A074C-A5EC-5DAA-22E4-F15CA83A672C}"/>
                      </a:ext>
                    </a:extLst>
                  </p:cNvPr>
                  <p:cNvSpPr/>
                  <p:nvPr/>
                </p:nvSpPr>
                <p:spPr>
                  <a:xfrm>
                    <a:off x="3806628" y="664836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48" name="Cube 47">
                    <a:extLst>
                      <a:ext uri="{FF2B5EF4-FFF2-40B4-BE49-F238E27FC236}">
                        <a16:creationId xmlns:a16="http://schemas.microsoft.com/office/drawing/2014/main" id="{81F8D07B-0628-BCC4-D094-A955E8E4E4CD}"/>
                      </a:ext>
                    </a:extLst>
                  </p:cNvPr>
                  <p:cNvSpPr/>
                  <p:nvPr/>
                </p:nvSpPr>
                <p:spPr>
                  <a:xfrm>
                    <a:off x="6096000" y="664836"/>
                    <a:ext cx="3200400" cy="2743200"/>
                  </a:xfrm>
                  <a:prstGeom prst="cube">
                    <a:avLst>
                      <a:gd name="adj" fmla="val 33227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6163C12-4F58-B7DE-CDB0-10A30DE5F3A2}"/>
                  </a:ext>
                </a:extLst>
              </p:cNvPr>
              <p:cNvSpPr/>
              <p:nvPr/>
            </p:nvSpPr>
            <p:spPr>
              <a:xfrm>
                <a:off x="2413132" y="1231995"/>
                <a:ext cx="169671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Pose happy expression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104046A-F800-A37D-8926-741F3F1FAE37}"/>
                  </a:ext>
                </a:extLst>
              </p:cNvPr>
              <p:cNvSpPr/>
              <p:nvPr/>
            </p:nvSpPr>
            <p:spPr>
              <a:xfrm>
                <a:off x="3360042" y="268603"/>
                <a:ext cx="169671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Express naturally</a:t>
                </a:r>
              </a:p>
            </p:txBody>
          </p:sp>
        </p:grpSp>
        <p:sp>
          <p:nvSpPr>
            <p:cNvPr id="68" name="Data 67">
              <a:extLst>
                <a:ext uri="{FF2B5EF4-FFF2-40B4-BE49-F238E27FC236}">
                  <a16:creationId xmlns:a16="http://schemas.microsoft.com/office/drawing/2014/main" id="{32E8877F-E81B-0966-CE31-AB02D4EA2484}"/>
                </a:ext>
              </a:extLst>
            </p:cNvPr>
            <p:cNvSpPr/>
            <p:nvPr/>
          </p:nvSpPr>
          <p:spPr>
            <a:xfrm>
              <a:off x="4794172" y="853861"/>
              <a:ext cx="1878036" cy="368084"/>
            </a:xfrm>
            <a:prstGeom prst="flowChartInputOutp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Data 68">
              <a:extLst>
                <a:ext uri="{FF2B5EF4-FFF2-40B4-BE49-F238E27FC236}">
                  <a16:creationId xmlns:a16="http://schemas.microsoft.com/office/drawing/2014/main" id="{D77A6706-BCFD-AC62-7CEE-26A06F9985C2}"/>
                </a:ext>
              </a:extLst>
            </p:cNvPr>
            <p:cNvSpPr/>
            <p:nvPr/>
          </p:nvSpPr>
          <p:spPr>
            <a:xfrm>
              <a:off x="5640198" y="772415"/>
              <a:ext cx="1878036" cy="368084"/>
            </a:xfrm>
            <a:prstGeom prst="flowChartInputOutp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Data 69">
              <a:extLst>
                <a:ext uri="{FF2B5EF4-FFF2-40B4-BE49-F238E27FC236}">
                  <a16:creationId xmlns:a16="http://schemas.microsoft.com/office/drawing/2014/main" id="{092586E9-45EA-91DD-94E3-BF40523122AF}"/>
                </a:ext>
              </a:extLst>
            </p:cNvPr>
            <p:cNvSpPr/>
            <p:nvPr/>
          </p:nvSpPr>
          <p:spPr>
            <a:xfrm>
              <a:off x="7086579" y="853378"/>
              <a:ext cx="1878036" cy="368084"/>
            </a:xfrm>
            <a:prstGeom prst="flowChartInputOutp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Data 70">
              <a:extLst>
                <a:ext uri="{FF2B5EF4-FFF2-40B4-BE49-F238E27FC236}">
                  <a16:creationId xmlns:a16="http://schemas.microsoft.com/office/drawing/2014/main" id="{91D3D65E-2270-0741-A9D5-465CB7DCD6DF}"/>
                </a:ext>
              </a:extLst>
            </p:cNvPr>
            <p:cNvSpPr/>
            <p:nvPr/>
          </p:nvSpPr>
          <p:spPr>
            <a:xfrm>
              <a:off x="7932605" y="765795"/>
              <a:ext cx="1878036" cy="368084"/>
            </a:xfrm>
            <a:prstGeom prst="flowChartInputOutp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2B6E784-2C9C-578E-63A8-599F68674D54}"/>
                </a:ext>
              </a:extLst>
            </p:cNvPr>
            <p:cNvCxnSpPr/>
            <p:nvPr/>
          </p:nvCxnSpPr>
          <p:spPr>
            <a:xfrm>
              <a:off x="4954274" y="1059535"/>
              <a:ext cx="457132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9A52A3D-7451-4247-1676-6FA982FF8E05}"/>
                </a:ext>
              </a:extLst>
            </p:cNvPr>
            <p:cNvSpPr/>
            <p:nvPr/>
          </p:nvSpPr>
          <p:spPr>
            <a:xfrm>
              <a:off x="9507900" y="1092585"/>
              <a:ext cx="45719" cy="3616901"/>
            </a:xfrm>
            <a:prstGeom prst="rect">
              <a:avLst/>
            </a:prstGeom>
            <a:solidFill>
              <a:srgbClr val="C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6502800-8576-6932-256D-734C1245E2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23942" y="1059535"/>
              <a:ext cx="22860" cy="364995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743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>
            <a:extLst>
              <a:ext uri="{FF2B5EF4-FFF2-40B4-BE49-F238E27FC236}">
                <a16:creationId xmlns:a16="http://schemas.microsoft.com/office/drawing/2014/main" id="{8231B092-CDDD-47CA-A2CD-36FEDA0833E6}"/>
              </a:ext>
            </a:extLst>
          </p:cNvPr>
          <p:cNvSpPr/>
          <p:nvPr/>
        </p:nvSpPr>
        <p:spPr>
          <a:xfrm>
            <a:off x="2157241" y="2835537"/>
            <a:ext cx="2258198" cy="2768980"/>
          </a:xfrm>
          <a:prstGeom prst="cube">
            <a:avLst>
              <a:gd name="adj" fmla="val 61398"/>
            </a:avLst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5A102CE8-8A3A-488D-8601-F5118ECCE30A}"/>
              </a:ext>
            </a:extLst>
          </p:cNvPr>
          <p:cNvSpPr/>
          <p:nvPr/>
        </p:nvSpPr>
        <p:spPr>
          <a:xfrm>
            <a:off x="3300087" y="2831052"/>
            <a:ext cx="2496848" cy="2083809"/>
          </a:xfrm>
          <a:prstGeom prst="cube">
            <a:avLst>
              <a:gd name="adj" fmla="val 33227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4DDD18BF-3A31-4A15-893F-34CE3281AEFC}"/>
              </a:ext>
            </a:extLst>
          </p:cNvPr>
          <p:cNvSpPr/>
          <p:nvPr/>
        </p:nvSpPr>
        <p:spPr>
          <a:xfrm>
            <a:off x="2611005" y="3519529"/>
            <a:ext cx="2493446" cy="2083809"/>
          </a:xfrm>
          <a:prstGeom prst="cube">
            <a:avLst>
              <a:gd name="adj" fmla="val 33227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BEF2382C-8D6C-4061-A340-2D31B0176D39}"/>
              </a:ext>
            </a:extLst>
          </p:cNvPr>
          <p:cNvSpPr/>
          <p:nvPr/>
        </p:nvSpPr>
        <p:spPr>
          <a:xfrm>
            <a:off x="5103702" y="4213219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4C877FF2-1F57-4C2F-9F4C-352D90B307F4}"/>
              </a:ext>
            </a:extLst>
          </p:cNvPr>
          <p:cNvSpPr/>
          <p:nvPr/>
        </p:nvSpPr>
        <p:spPr>
          <a:xfrm>
            <a:off x="7144305" y="4213219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1643DE19-1123-4BF4-8EF0-70AE58CF3AEE}"/>
              </a:ext>
            </a:extLst>
          </p:cNvPr>
          <p:cNvSpPr/>
          <p:nvPr/>
        </p:nvSpPr>
        <p:spPr>
          <a:xfrm>
            <a:off x="5092413" y="2833314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7291FA3D-DF92-43A0-9987-1293AEBE34AA}"/>
              </a:ext>
            </a:extLst>
          </p:cNvPr>
          <p:cNvSpPr/>
          <p:nvPr/>
        </p:nvSpPr>
        <p:spPr>
          <a:xfrm>
            <a:off x="7144305" y="2833314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193EFB47-240B-41A1-85C1-C49FD2108637}"/>
              </a:ext>
            </a:extLst>
          </p:cNvPr>
          <p:cNvSpPr/>
          <p:nvPr/>
        </p:nvSpPr>
        <p:spPr>
          <a:xfrm>
            <a:off x="4411218" y="4901696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58928A9A-76F3-4AAD-BB95-614227C6727F}"/>
              </a:ext>
            </a:extLst>
          </p:cNvPr>
          <p:cNvSpPr/>
          <p:nvPr/>
        </p:nvSpPr>
        <p:spPr>
          <a:xfrm>
            <a:off x="6463110" y="4901696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F12DB1CA-2DF0-423C-B26B-E699E7AC47DF}"/>
              </a:ext>
            </a:extLst>
          </p:cNvPr>
          <p:cNvSpPr/>
          <p:nvPr/>
        </p:nvSpPr>
        <p:spPr>
          <a:xfrm>
            <a:off x="4411218" y="3512460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A3755DD-7E30-4DFB-8218-DB184004ABFF}"/>
              </a:ext>
            </a:extLst>
          </p:cNvPr>
          <p:cNvSpPr/>
          <p:nvPr/>
        </p:nvSpPr>
        <p:spPr>
          <a:xfrm>
            <a:off x="6463110" y="3512460"/>
            <a:ext cx="2743201" cy="2083809"/>
          </a:xfrm>
          <a:prstGeom prst="cube">
            <a:avLst>
              <a:gd name="adj" fmla="val 332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90DDE4-1F68-4753-84F1-1323405B81A6}"/>
              </a:ext>
            </a:extLst>
          </p:cNvPr>
          <p:cNvSpPr/>
          <p:nvPr/>
        </p:nvSpPr>
        <p:spPr>
          <a:xfrm>
            <a:off x="2613705" y="4206788"/>
            <a:ext cx="1799037" cy="138948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01A8F3-A24A-41B5-A075-65A813256EEC}"/>
              </a:ext>
            </a:extLst>
          </p:cNvPr>
          <p:cNvSpPr/>
          <p:nvPr/>
        </p:nvSpPr>
        <p:spPr>
          <a:xfrm>
            <a:off x="2613705" y="4716862"/>
            <a:ext cx="17990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18D0B9-A71C-431A-8BF2-88985C1C2049}"/>
              </a:ext>
            </a:extLst>
          </p:cNvPr>
          <p:cNvSpPr/>
          <p:nvPr/>
        </p:nvSpPr>
        <p:spPr>
          <a:xfrm>
            <a:off x="2611373" y="5596268"/>
            <a:ext cx="1799037" cy="1389236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F26FEC-A043-4497-9A4C-D26A36B171B5}"/>
              </a:ext>
            </a:extLst>
          </p:cNvPr>
          <p:cNvSpPr/>
          <p:nvPr/>
        </p:nvSpPr>
        <p:spPr>
          <a:xfrm>
            <a:off x="2620710" y="6106220"/>
            <a:ext cx="17803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86474C-2E29-4FAC-9742-6E0FB6FD18D8}"/>
              </a:ext>
            </a:extLst>
          </p:cNvPr>
          <p:cNvSpPr/>
          <p:nvPr/>
        </p:nvSpPr>
        <p:spPr>
          <a:xfrm rot="16200000">
            <a:off x="991071" y="5373479"/>
            <a:ext cx="2778718" cy="445337"/>
          </a:xfrm>
          <a:prstGeom prst="rect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CA23BF-3A2F-4F4A-8F3A-F74845A9E49E}"/>
              </a:ext>
            </a:extLst>
          </p:cNvPr>
          <p:cNvSpPr/>
          <p:nvPr/>
        </p:nvSpPr>
        <p:spPr>
          <a:xfrm rot="16200000">
            <a:off x="991670" y="5426869"/>
            <a:ext cx="277871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(within)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98A90B-08C8-4F60-8A1B-A999EE24940E}"/>
              </a:ext>
            </a:extLst>
          </p:cNvPr>
          <p:cNvSpPr/>
          <p:nvPr/>
        </p:nvSpPr>
        <p:spPr>
          <a:xfrm>
            <a:off x="4412607" y="6985504"/>
            <a:ext cx="2049780" cy="6463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3CAA18-9978-45BF-A313-191CFC113616}"/>
              </a:ext>
            </a:extLst>
          </p:cNvPr>
          <p:cNvSpPr/>
          <p:nvPr/>
        </p:nvSpPr>
        <p:spPr>
          <a:xfrm>
            <a:off x="4408799" y="7124280"/>
            <a:ext cx="20497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Pose happy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907E55-17A0-4386-8337-C3AD81C288D6}"/>
              </a:ext>
            </a:extLst>
          </p:cNvPr>
          <p:cNvSpPr/>
          <p:nvPr/>
        </p:nvSpPr>
        <p:spPr>
          <a:xfrm>
            <a:off x="6462388" y="6985583"/>
            <a:ext cx="2045970" cy="6463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5ADF92-3907-42B1-B70D-1ACF95B9D25A}"/>
              </a:ext>
            </a:extLst>
          </p:cNvPr>
          <p:cNvSpPr/>
          <p:nvPr/>
        </p:nvSpPr>
        <p:spPr>
          <a:xfrm>
            <a:off x="6462388" y="7124359"/>
            <a:ext cx="20459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Express naturally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651C84-2560-417B-A3C7-E2C2179EA6EF}"/>
              </a:ext>
            </a:extLst>
          </p:cNvPr>
          <p:cNvSpPr/>
          <p:nvPr/>
        </p:nvSpPr>
        <p:spPr>
          <a:xfrm>
            <a:off x="4412607" y="7630082"/>
            <a:ext cx="4099560" cy="445337"/>
          </a:xfrm>
          <a:prstGeom prst="rect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3AE78D-1B8A-4640-A31D-0CBCF9D629BF}"/>
              </a:ext>
            </a:extLst>
          </p:cNvPr>
          <p:cNvSpPr/>
          <p:nvPr/>
        </p:nvSpPr>
        <p:spPr>
          <a:xfrm>
            <a:off x="4410042" y="7671478"/>
            <a:ext cx="40983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Facial movement (within)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366FBF-60A6-44DA-8CFA-07076046EAB9}"/>
              </a:ext>
            </a:extLst>
          </p:cNvPr>
          <p:cNvSpPr/>
          <p:nvPr/>
        </p:nvSpPr>
        <p:spPr>
          <a:xfrm rot="18884822">
            <a:off x="1662450" y="3375274"/>
            <a:ext cx="27787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 (between)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679DF9-E741-419E-B31F-5A4915BF6BDB}"/>
              </a:ext>
            </a:extLst>
          </p:cNvPr>
          <p:cNvSpPr/>
          <p:nvPr/>
        </p:nvSpPr>
        <p:spPr>
          <a:xfrm>
            <a:off x="4406931" y="4655660"/>
            <a:ext cx="2047084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2ACD8E-6B57-45D3-9983-3948AF3D8C26}"/>
              </a:ext>
            </a:extLst>
          </p:cNvPr>
          <p:cNvSpPr/>
          <p:nvPr/>
        </p:nvSpPr>
        <p:spPr>
          <a:xfrm>
            <a:off x="3020110" y="3654938"/>
            <a:ext cx="16967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Emotion labor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517C5A-50C9-4D5C-AE43-0CF1B283E27A}"/>
              </a:ext>
            </a:extLst>
          </p:cNvPr>
          <p:cNvSpPr/>
          <p:nvPr/>
        </p:nvSpPr>
        <p:spPr>
          <a:xfrm>
            <a:off x="3645216" y="2995630"/>
            <a:ext cx="168230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Multi-tasking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A26E0A-2CF7-437B-83D4-23AB7C363BD5}"/>
              </a:ext>
            </a:extLst>
          </p:cNvPr>
          <p:cNvSpPr/>
          <p:nvPr/>
        </p:nvSpPr>
        <p:spPr>
          <a:xfrm>
            <a:off x="5400526" y="3626840"/>
            <a:ext cx="8384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28A54E-CDF2-4859-A0A9-CBCA9FDE9AD4}"/>
              </a:ext>
            </a:extLst>
          </p:cNvPr>
          <p:cNvSpPr/>
          <p:nvPr/>
        </p:nvSpPr>
        <p:spPr>
          <a:xfrm>
            <a:off x="7521949" y="3626840"/>
            <a:ext cx="8384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F29EFC-08CB-4B17-AA3E-2CA20DAC0392}"/>
              </a:ext>
            </a:extLst>
          </p:cNvPr>
          <p:cNvSpPr/>
          <p:nvPr/>
        </p:nvSpPr>
        <p:spPr>
          <a:xfrm>
            <a:off x="6008102" y="2935151"/>
            <a:ext cx="8384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962FCF-FAEF-4AA0-A472-793109878931}"/>
              </a:ext>
            </a:extLst>
          </p:cNvPr>
          <p:cNvSpPr/>
          <p:nvPr/>
        </p:nvSpPr>
        <p:spPr>
          <a:xfrm>
            <a:off x="8058069" y="2935151"/>
            <a:ext cx="8384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D0EFD83-4801-4804-B70E-7C1ECA57FDAE}"/>
              </a:ext>
            </a:extLst>
          </p:cNvPr>
          <p:cNvSpPr/>
          <p:nvPr/>
        </p:nvSpPr>
        <p:spPr>
          <a:xfrm>
            <a:off x="8516821" y="4433920"/>
            <a:ext cx="6851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96EBB1-B46F-40FB-A8C1-44B392131C9C}"/>
              </a:ext>
            </a:extLst>
          </p:cNvPr>
          <p:cNvSpPr/>
          <p:nvPr/>
        </p:nvSpPr>
        <p:spPr>
          <a:xfrm>
            <a:off x="9201977" y="3704285"/>
            <a:ext cx="6968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A553B5-A780-4EA6-A298-F5905BCF6178}"/>
              </a:ext>
            </a:extLst>
          </p:cNvPr>
          <p:cNvSpPr/>
          <p:nvPr/>
        </p:nvSpPr>
        <p:spPr>
          <a:xfrm>
            <a:off x="8516821" y="5794874"/>
            <a:ext cx="6985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B789F6-18DD-4C35-82A3-C1DD2DC64EAE}"/>
              </a:ext>
            </a:extLst>
          </p:cNvPr>
          <p:cNvSpPr/>
          <p:nvPr/>
        </p:nvSpPr>
        <p:spPr>
          <a:xfrm>
            <a:off x="9201977" y="5065239"/>
            <a:ext cx="6925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307E9C-AE02-303C-D1B1-DEC14C360D9B}"/>
              </a:ext>
            </a:extLst>
          </p:cNvPr>
          <p:cNvSpPr/>
          <p:nvPr/>
        </p:nvSpPr>
        <p:spPr>
          <a:xfrm>
            <a:off x="4415439" y="6056339"/>
            <a:ext cx="2050191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FE4B8D-8E56-7DC4-59E1-07397C3B955B}"/>
              </a:ext>
            </a:extLst>
          </p:cNvPr>
          <p:cNvSpPr/>
          <p:nvPr/>
        </p:nvSpPr>
        <p:spPr>
          <a:xfrm>
            <a:off x="6462409" y="4658705"/>
            <a:ext cx="2047084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290CF5-4971-115C-5877-CAC0C2760C19}"/>
              </a:ext>
            </a:extLst>
          </p:cNvPr>
          <p:cNvSpPr/>
          <p:nvPr/>
        </p:nvSpPr>
        <p:spPr>
          <a:xfrm>
            <a:off x="6462410" y="6087871"/>
            <a:ext cx="2050191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58583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c633b7-a0d7-44f6-9ebf-b0bcc1d1386b">
      <Terms xmlns="http://schemas.microsoft.com/office/infopath/2007/PartnerControls"/>
    </lcf76f155ced4ddcb4097134ff3c332f>
    <TaxCatchAll xmlns="f1ebdc78-f2a0-4ed8-b1e0-396e97b61f0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A67939B0F2B4787EAA086EFF368F8" ma:contentTypeVersion="13" ma:contentTypeDescription="Create a new document." ma:contentTypeScope="" ma:versionID="1e2d45d699f3c022c24befe3d63436e0">
  <xsd:schema xmlns:xsd="http://www.w3.org/2001/XMLSchema" xmlns:xs="http://www.w3.org/2001/XMLSchema" xmlns:p="http://schemas.microsoft.com/office/2006/metadata/properties" xmlns:ns2="7cc633b7-a0d7-44f6-9ebf-b0bcc1d1386b" xmlns:ns3="f1ebdc78-f2a0-4ed8-b1e0-396e97b61f03" targetNamespace="http://schemas.microsoft.com/office/2006/metadata/properties" ma:root="true" ma:fieldsID="6f1289b2472db1d26797b17df202279f" ns2:_="" ns3:_="">
    <xsd:import namespace="7cc633b7-a0d7-44f6-9ebf-b0bcc1d1386b"/>
    <xsd:import namespace="f1ebdc78-f2a0-4ed8-b1e0-396e97b61f0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c633b7-a0d7-44f6-9ebf-b0bcc1d1386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fa0c477a-f09e-4137-8c49-77869fdcca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ebdc78-f2a0-4ed8-b1e0-396e97b61f0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3fca648d-ddd4-4b6d-bee7-791d6956ae28}" ma:internalName="TaxCatchAll" ma:showField="CatchAllData" ma:web="f1ebdc78-f2a0-4ed8-b1e0-396e97b61f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2A747C-9FC0-4398-B0B5-FABB688800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1E56D3-AA3F-43CA-BB92-A2FD2ED5AE06}">
  <ds:schemaRefs>
    <ds:schemaRef ds:uri="http://purl.org/dc/terms/"/>
    <ds:schemaRef ds:uri="7cc633b7-a0d7-44f6-9ebf-b0bcc1d1386b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f1ebdc78-f2a0-4ed8-b1e0-396e97b61f03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DB5335A-95F4-4E4F-B7AB-38F1457DDA8E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4597</TotalTime>
  <Words>233</Words>
  <Application>Microsoft Macintosh PowerPoint</Application>
  <PresentationFormat>Custom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Office 2013 - 2022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Coles</dc:creator>
  <cp:lastModifiedBy>Coles, Nicholas A.</cp:lastModifiedBy>
  <cp:revision>38</cp:revision>
  <dcterms:created xsi:type="dcterms:W3CDTF">2018-11-29T22:47:14Z</dcterms:created>
  <dcterms:modified xsi:type="dcterms:W3CDTF">2025-04-19T00:04:22Z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0x0101002E9A67939B0F2B4787EAA086EFF368F8</vt:lpwstr>
  </property>
  <property fmtid="{D5CDD505-2E9C-101B-9397-08002B2CF9AE}" pid="3" name="MediaServiceImageTags">
    <vt:lpwstr/>
  </property>
</Properties>
</file>